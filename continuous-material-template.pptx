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a39ced7dd44295" /><Relationship Type="http://schemas.openxmlformats.org/officeDocument/2006/relationships/extended-properties" Target="/docProps/app.xml" Id="R3ed69c549bc34a8c" /><Relationship Type="http://schemas.openxmlformats.org/officeDocument/2006/relationships/officeDocument" Target="/ppt/presentation.xml" Id="Rbdb3fb2f5dc14a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51f05877f849bb"/>
  </p:sldMasterIdLst>
  <p:notesMasterIdLst>
    <p:notesMasterId xmlns:r="http://schemas.openxmlformats.org/officeDocument/2006/relationships" r:id="R3f6945a0d0d84b8e"/>
  </p:notesMasterIdLst>
  <p:sldIdLst>
    <p:sldId xmlns:r="http://schemas.openxmlformats.org/officeDocument/2006/relationships" id="256" r:id="Reccb46e7e8fb41c0"/>
    <p:sldId xmlns:r="http://schemas.openxmlformats.org/officeDocument/2006/relationships" id="257" r:id="Reddb8f8e6ffc42f6"/>
    <p:sldId xmlns:r="http://schemas.openxmlformats.org/officeDocument/2006/relationships" id="258" r:id="Rdf996d4d7efb4228"/>
    <p:sldId xmlns:r="http://schemas.openxmlformats.org/officeDocument/2006/relationships" id="259" r:id="R5cbc0b078e8644b8"/>
    <p:sldId xmlns:r="http://schemas.openxmlformats.org/officeDocument/2006/relationships" id="260" r:id="R7f0321f40b014c8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6fa63e45d54211" /><Relationship Type="http://schemas.openxmlformats.org/officeDocument/2006/relationships/slideMaster" Target="/ppt/slideMasters/slideMaster1.xml" Id="R4751f05877f849bb" /><Relationship Type="http://schemas.openxmlformats.org/officeDocument/2006/relationships/notesMaster" Target="/ppt/notesMasters/notesMaster1.xml" Id="R3f6945a0d0d84b8e" /><Relationship Type="http://schemas.openxmlformats.org/officeDocument/2006/relationships/presProps" Target="/ppt/presProps.xml" Id="Ra804cf767ab64a06" /><Relationship Type="http://schemas.openxmlformats.org/officeDocument/2006/relationships/tableStyles" Target="/ppt/tableStyles.xml" Id="R10ad37cf997d438c" /><Relationship Type="http://schemas.openxmlformats.org/officeDocument/2006/relationships/slide" Target="/ppt/slides/slide1.xml" Id="Reccb46e7e8fb41c0" /><Relationship Type="http://schemas.openxmlformats.org/officeDocument/2006/relationships/slide" Target="/ppt/slides/slide2.xml" Id="Reddb8f8e6ffc42f6" /><Relationship Type="http://schemas.openxmlformats.org/officeDocument/2006/relationships/slide" Target="/ppt/slides/slide3.xml" Id="Rdf996d4d7efb4228" /><Relationship Type="http://schemas.openxmlformats.org/officeDocument/2006/relationships/slide" Target="/ppt/slides/slide4.xml" Id="R5cbc0b078e8644b8" /><Relationship Type="http://schemas.openxmlformats.org/officeDocument/2006/relationships/slide" Target="/ppt/slides/slide5.xml" Id="R7f0321f40b014c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375974ddac46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b44c991f454567" /><Relationship Type="http://schemas.openxmlformats.org/officeDocument/2006/relationships/notesMaster" Target="/ppt/notesMasters/notesMaster1.xml" Id="Ra93635e25c284a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2e3cdfa53c43e6" /><Relationship Type="http://schemas.openxmlformats.org/officeDocument/2006/relationships/notesMaster" Target="/ppt/notesMasters/notesMaster1.xml" Id="R1a5b79d31fe241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7ece7de17c4c94" /><Relationship Type="http://schemas.openxmlformats.org/officeDocument/2006/relationships/notesMaster" Target="/ppt/notesMasters/notesMaster1.xml" Id="R9177e8b3201946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1829f96e5840e5" /><Relationship Type="http://schemas.openxmlformats.org/officeDocument/2006/relationships/notesMaster" Target="/ppt/notesMasters/notesMaster1.xml" Id="Re86191d14f0647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1153d989774f6f" /><Relationship Type="http://schemas.openxmlformats.org/officeDocument/2006/relationships/notesMaster" Target="/ppt/notesMasters/notesMaster1.xml" Id="R4de4cbb205c14c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讲述逻辑</a:t>
            </a:r>
          </a:p>
          <a:p xmlns:a="http://schemas.openxmlformats.org/drawingml/2006/main">
            <a:r>
              <a:t>封面模板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本文件为公开通用示例，不包含客户项目事实。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</a:t>
            </a:r>
          </a:p>
          <a:p xmlns:a="http://schemas.openxmlformats.org/drawingml/2006/main">
            <a:r>
              <a:t>1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本页为通用方法示例，无外部事实主张。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讲述逻辑</a:t>
            </a:r>
          </a:p>
          <a:p xmlns:a="http://schemas.openxmlformats.org/drawingml/2006/main">
            <a:r>
              <a:t>关系模板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本文件为公开通用示例，不包含客户项目事实。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</a:t>
            </a:r>
          </a:p>
          <a:p xmlns:a="http://schemas.openxmlformats.org/drawingml/2006/main">
            <a:r>
              <a:t>1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本页为通用方法示例，无外部事实主张。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讲述逻辑</a:t>
            </a:r>
          </a:p>
          <a:p xmlns:a="http://schemas.openxmlformats.org/drawingml/2006/main">
            <a:r>
              <a:t>风险模板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本文件为公开通用示例，不包含客户项目事实。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</a:t>
            </a:r>
          </a:p>
          <a:p xmlns:a="http://schemas.openxmlformats.org/drawingml/2006/main">
            <a:r>
              <a:t>1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本页为通用方法示例，无外部事实主张。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讲述逻辑</a:t>
            </a:r>
          </a:p>
          <a:p xmlns:a="http://schemas.openxmlformats.org/drawingml/2006/main">
            <a:r>
              <a:t>流程模板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本文件为公开通用示例，不包含客户项目事实。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</a:t>
            </a:r>
          </a:p>
          <a:p xmlns:a="http://schemas.openxmlformats.org/drawingml/2006/main">
            <a:r>
              <a:t>1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本页为通用方法示例，无外部事实主张。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讲述逻辑</a:t>
            </a:r>
          </a:p>
          <a:p xmlns:a="http://schemas.openxmlformats.org/drawingml/2006/main">
            <a:r>
              <a:t>行动模板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本文件为公开通用示例，不包含客户项目事实。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</a:t>
            </a:r>
          </a:p>
          <a:p xmlns:a="http://schemas.openxmlformats.org/drawingml/2006/main">
            <a:r>
              <a:t>1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本页为通用方法示例，无外部事实主张。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e24536a45b4f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aebab9830b4fb8" /><Relationship Type="http://schemas.openxmlformats.org/officeDocument/2006/relationships/slideLayout" Target="/ppt/slideLayouts/slideLayout1.xml" Id="R77de4e6540c14b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de4e6540c14b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268892e5b4862" /><Relationship Type="http://schemas.openxmlformats.org/officeDocument/2006/relationships/image" Target="/ppt/media/image.jpeg" Id="R514e18df18964db9" /><Relationship Type="http://schemas.openxmlformats.org/officeDocument/2006/relationships/notesSlide" Target="/ppt/notesSlides/notesSlide1.xml" Id="R0b3c7e1948244c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f059137b24157" /><Relationship Type="http://schemas.openxmlformats.org/officeDocument/2006/relationships/image" Target="/ppt/media/image2.jpeg" Id="R0fa53bec51c7497a" /><Relationship Type="http://schemas.openxmlformats.org/officeDocument/2006/relationships/notesSlide" Target="/ppt/notesSlides/notesSlide2.xml" Id="Refbd26ea15bd4c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f533a9ac0c4d95" /><Relationship Type="http://schemas.openxmlformats.org/officeDocument/2006/relationships/image" Target="/ppt/media/image3.jpeg" Id="R3d41a982afb54444" /><Relationship Type="http://schemas.openxmlformats.org/officeDocument/2006/relationships/notesSlide" Target="/ppt/notesSlides/notesSlide3.xml" Id="Rfa825ab2a7f74c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26d845dc6d46c8" /><Relationship Type="http://schemas.openxmlformats.org/officeDocument/2006/relationships/image" Target="/ppt/media/image4.jpeg" Id="R899ca8a08df94e9d" /><Relationship Type="http://schemas.openxmlformats.org/officeDocument/2006/relationships/notesSlide" Target="/ppt/notesSlides/notesSlide4.xml" Id="R976387a2b2ff49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a997f5da1b43a7" /><Relationship Type="http://schemas.openxmlformats.org/officeDocument/2006/relationships/image" Target="/ppt/media/image5.jpeg" Id="Rb4adf95c1aba4968" /><Relationship Type="http://schemas.openxmlformats.org/officeDocument/2006/relationships/notesSlide" Target="/ppt/notesSlides/notesSlide5.xml" Id="Ra3325ce02d7f41d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4e18df18964db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ol-tint">
            <a:extLst xmlns:a="http://schemas.openxmlformats.org/drawingml/2006/main">
              <a:ext uri="{FF2B5EF4-FFF2-40B4-BE49-F238E27FC236}">
                <a16:creationId xmlns:a16="http://schemas.microsoft.com/office/drawing/2014/main" id="{4B7A9C57-1B3E-448B-ADFD-2F782D1F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>
                  <a:alpha val="18000"/>
                </a:srgbClr>
              </a:gs>
              <a:gs pos="100000">
                <a:srgbClr val="DDEAF4">
                  <a:alpha val="700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D5560C0-DEA8-4DD9-A91B-80824203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7C89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C8998"/>
                </a:solidFill>
                <a:latin typeface="Microsoft YaHei"/>
                <a:ea typeface="Microsoft YaHei"/>
                <a:cs typeface="Microsoft YaHei"/>
              </a:rPr>
              <a:t>SECTION LABEL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1DC557A-B0AA-4674-A07D-4AF34F9E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主标题放在这里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D3BD242-E19F-4C95-8987-DB91071C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61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17080"/>
                </a:solidFill>
                <a:latin typeface="Microsoft YaHei"/>
                <a:ea typeface="Microsoft YaHei"/>
                <a:cs typeface="Microsoft YaHei"/>
              </a:rPr>
              <a:t>一行支持性说明，解释这一页要让听众理解什么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DA1FCD86-B6BB-4E16-8BB4-A4D6FB29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95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044DC8B1-6F09-49E7-BD57-4EF73949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43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7C89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998"/>
                </a:solidFill>
                <a:latin typeface="Microsoft YaHei"/>
                <a:ea typeface="Microsoft YaHei"/>
                <a:cs typeface="Microsoft YaHei"/>
              </a:rPr>
              <a:t>边界说明或来源提示</a:t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4C3C4D4E-9680-429F-955A-0654E689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7C89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C8998"/>
                </a:solidFill>
                <a:latin typeface="Microsoft YaHei"/>
                <a:ea typeface="Microsoft YaHei"/>
                <a:cs typeface="Microsoft YaHei"/>
              </a:rPr>
              <a:t>01 / 05</a:t>
            </a:r>
          </a:p>
        </p:txBody>
      </p:sp>
    </p:spTree>
    <p:extLst>
      <p:ext uri="{BB962C8B-B14F-4D97-AF65-F5344CB8AC3E}">
        <p14:creationId xmlns:p14="http://schemas.microsoft.com/office/powerpoint/2010/main" val="92006371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a53bec51c7497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ol-tint">
            <a:extLst xmlns:a="http://schemas.openxmlformats.org/drawingml/2006/main">
              <a:ext uri="{FF2B5EF4-FFF2-40B4-BE49-F238E27FC236}">
                <a16:creationId xmlns:a16="http://schemas.microsoft.com/office/drawing/2014/main" id="{5B776157-5B1E-4B6E-BD2F-B8D48058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>
                  <a:alpha val="18000"/>
                </a:srgbClr>
              </a:gs>
              <a:gs pos="100000">
                <a:srgbClr val="DDEAF4">
                  <a:alpha val="700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23596E2-0227-4F23-B933-0541B95A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7C89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C8998"/>
                </a:solidFill>
                <a:latin typeface="Microsoft YaHei"/>
                <a:ea typeface="Microsoft YaHei"/>
                <a:cs typeface="Microsoft YaHei"/>
              </a:rPr>
              <a:t>INFORMATION ENVIRONMENT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288CE31-A5A7-4074-8071-D3F366E9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6677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0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问题或判断标题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7F3D5B7-8821-46B0-BD54-DD58BA82E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左侧信息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FB46B579-6A0C-4D67-94DF-297C0FD8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95625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E50C682-959E-4E61-B04F-24FA35F0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575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0879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9E6"/>
                </a:solidFill>
                <a:latin typeface="Microsoft YaHei"/>
                <a:ea typeface="Microsoft YaHei"/>
                <a:cs typeface="Microsoft YaHei"/>
              </a:rPr>
              <a:t>中间转化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97962C99-07FE-40BB-8B7E-59C82281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95625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0D41C9C-EC0C-4E47-8638-FBA00736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5750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右侧结果</a:t>
            </a:r>
          </a:p>
        </p:txBody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FDD926E7-8192-4EEA-8716-A3A33D9D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43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7C89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998"/>
                </a:solidFill>
                <a:latin typeface="Microsoft YaHei"/>
                <a:ea typeface="Microsoft YaHei"/>
                <a:cs typeface="Microsoft YaHei"/>
              </a:rPr>
              <a:t>用脚注写清楚这页的边界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B3C295E3-B955-4DD2-B82C-E938347C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7C89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C8998"/>
                </a:solidFill>
                <a:latin typeface="Microsoft YaHei"/>
                <a:ea typeface="Microsoft YaHei"/>
                <a:cs typeface="Microsoft YaHei"/>
              </a:rPr>
              <a:t>02 / 05</a:t>
            </a:r>
          </a:p>
        </p:txBody>
      </p:sp>
    </p:spTree>
    <p:extLst>
      <p:ext uri="{BB962C8B-B14F-4D97-AF65-F5344CB8AC3E}">
        <p14:creationId xmlns:p14="http://schemas.microsoft.com/office/powerpoint/2010/main" val="185069916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41a982afb5444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ol-tint">
            <a:extLst xmlns:a="http://schemas.openxmlformats.org/drawingml/2006/main">
              <a:ext uri="{FF2B5EF4-FFF2-40B4-BE49-F238E27FC236}">
                <a16:creationId xmlns:a16="http://schemas.microsoft.com/office/drawing/2014/main" id="{A1631B9A-688F-4326-9813-5FF3EE9D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>
                  <a:alpha val="18000"/>
                </a:srgbClr>
              </a:gs>
              <a:gs pos="100000">
                <a:srgbClr val="DDEAF4">
                  <a:alpha val="700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D6F5362-E618-4582-86DC-9D6AACE3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7C89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C8998"/>
                </a:solidFill>
                <a:latin typeface="Microsoft YaHei"/>
                <a:ea typeface="Microsoft YaHei"/>
                <a:cs typeface="Microsoft YaHei"/>
              </a:rPr>
              <a:t>STRUCTURAL RISK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7A5BF89-7605-4E5F-94AA-F8750F60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6677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0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风险或差异标题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1AA7BAD-ED2F-4263-98BF-8CFE9E3C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879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9E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5C72B1D-BDC9-44CF-9B42-84533145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146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第一项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DF5B531-4D17-4CB7-A59F-748C4A66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242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17080"/>
                </a:solidFill>
                <a:latin typeface="Microsoft YaHei"/>
                <a:ea typeface="Microsoft YaHei"/>
                <a:cs typeface="Microsoft YaHei"/>
              </a:rPr>
              <a:t>一句解释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5DF3350-C9BB-48B1-A7F5-049DF4CD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622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879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9E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70AF375-9FAE-4990-A9F7-8BF6BD69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146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第二项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3371F7D-BA8D-4A7C-8CBB-E98FA810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1242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17080"/>
                </a:solidFill>
                <a:latin typeface="Microsoft YaHei"/>
                <a:ea typeface="Microsoft YaHei"/>
                <a:cs typeface="Microsoft YaHei"/>
              </a:rPr>
              <a:t>一句解释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F84092B-A0E8-4FE2-95AC-1134AF81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879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9E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E6B9E5E-49F4-4CF2-88E8-867170D8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862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第三项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22C864F-9BC2-47F6-B4FF-605C715E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958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17080"/>
                </a:solidFill>
                <a:latin typeface="Microsoft YaHei"/>
                <a:ea typeface="Microsoft YaHei"/>
                <a:cs typeface="Microsoft YaHei"/>
              </a:rPr>
              <a:t>一句解释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9BD9976-99B3-416C-9222-FA3CFBA7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338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879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9E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4396DA9-C0E9-4E0F-BF53-F5DF6763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2862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第四项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D7F9705-8F6E-41BD-BD03-AB0E4131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958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17080"/>
                </a:solidFill>
                <a:latin typeface="Microsoft YaHei"/>
                <a:ea typeface="Microsoft YaHei"/>
                <a:cs typeface="Microsoft YaHei"/>
              </a:rPr>
              <a:t>一句解释</a:t>
            </a:r>
          </a:p>
        </p:txBody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56F63762-C7A8-4599-BCAB-55CFE160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43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7C89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998"/>
                </a:solidFill>
                <a:latin typeface="Microsoft YaHei"/>
                <a:ea typeface="Microsoft YaHei"/>
                <a:cs typeface="Microsoft YaHei"/>
              </a:rPr>
              <a:t>风险说明或证据边界</a:t>
            </a:r>
          </a:p>
        </p:txBody>
      </p:sp>
      <p:sp>
        <p:nvSpPr>
          <p:cNvPr id="18" name="page">
            <a:extLst xmlns:a="http://schemas.openxmlformats.org/drawingml/2006/main">
              <a:ext uri="{FF2B5EF4-FFF2-40B4-BE49-F238E27FC236}">
                <a16:creationId xmlns:a16="http://schemas.microsoft.com/office/drawing/2014/main" id="{08C7447E-0A4D-4247-9B71-F79141C1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7C89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C8998"/>
                </a:solidFill>
                <a:latin typeface="Microsoft YaHei"/>
                <a:ea typeface="Microsoft YaHei"/>
                <a:cs typeface="Microsoft YaHei"/>
              </a:rPr>
              <a:t>03 / 05</a:t>
            </a:r>
          </a:p>
        </p:txBody>
      </p:sp>
    </p:spTree>
    <p:extLst>
      <p:ext uri="{BB962C8B-B14F-4D97-AF65-F5344CB8AC3E}">
        <p14:creationId xmlns:p14="http://schemas.microsoft.com/office/powerpoint/2010/main" val="190396526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9ca8a08df94e9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dark-tint">
            <a:extLst xmlns:a="http://schemas.openxmlformats.org/drawingml/2006/main">
              <a:ext uri="{FF2B5EF4-FFF2-40B4-BE49-F238E27FC236}">
                <a16:creationId xmlns:a16="http://schemas.microsoft.com/office/drawing/2014/main" id="{7AE6CAFF-008D-4582-B7B5-8D447655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82D">
                  <a:alpha val="84000"/>
                </a:srgbClr>
              </a:gs>
              <a:gs pos="100000">
                <a:srgbClr val="173E5D">
                  <a:alpha val="6000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1651ECD-C79F-4B8D-8EAB-32D16892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9CCA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CCAF0"/>
                </a:solidFill>
                <a:latin typeface="Microsoft YaHei"/>
                <a:ea typeface="Microsoft YaHei"/>
                <a:cs typeface="Microsoft YaHei"/>
              </a:rPr>
              <a:t>OPERATING LOOP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9C5EAD0-F961-411B-A44D-CA90EEE5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6677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0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流程或责任闭环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2955732-565B-41B4-B795-03660122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879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9E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D4B5DE2-42A6-4104-BFB4-14F48E3E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输入资料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A6390960-59AD-4EB3-98AE-51F607E4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81375"/>
            <a:ext cx="76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AF0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D990BD2-EA5F-479C-A6BF-B72E690C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762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879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9E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A8F2D5E-019C-4F6D-ABBD-49DB747A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19087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整理与判断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245FE22A-AF95-4531-B73E-17F094B0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381375"/>
            <a:ext cx="76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AF0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2D8B5E9-0D90-4CA1-96DF-8C770BBF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879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9E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421AA35-3407-44E3-881A-B5949C91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批准与执行</a:t>
            </a: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85E39ECD-08B3-4C00-9286-EC6C174B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81375"/>
            <a:ext cx="76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AF0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ABE9C8A-EA4B-43D8-886B-D8BAAFA7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762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879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9E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2442068-4694-4745-AF1D-E6EB2D98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19087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观察与复测</a:t>
            </a:r>
          </a:p>
        </p:txBody>
      </p:sp>
      <p:sp>
        <p:nvSpPr>
          <p:cNvPr id="16" name="boundary">
            <a:extLst xmlns:a="http://schemas.openxmlformats.org/drawingml/2006/main">
              <a:ext uri="{FF2B5EF4-FFF2-40B4-BE49-F238E27FC236}">
                <a16:creationId xmlns:a16="http://schemas.microsoft.com/office/drawing/2014/main" id="{E219037E-8E3C-4203-BEAE-739C3FD8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43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DDE8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DE8F3"/>
                </a:solidFill>
                <a:latin typeface="Microsoft YaHei"/>
                <a:ea typeface="Microsoft YaHei"/>
                <a:cs typeface="Microsoft YaHei"/>
              </a:rPr>
              <a:t>流程仍需结合真实项目验证</a:t>
            </a:r>
          </a:p>
        </p:txBody>
      </p:sp>
      <p:sp>
        <p:nvSpPr>
          <p:cNvPr id="17" name="page">
            <a:extLst xmlns:a="http://schemas.openxmlformats.org/drawingml/2006/main">
              <a:ext uri="{FF2B5EF4-FFF2-40B4-BE49-F238E27FC236}">
                <a16:creationId xmlns:a16="http://schemas.microsoft.com/office/drawing/2014/main" id="{023B8418-F44B-408B-AA10-44220076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B8C8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8C8D7"/>
                </a:solidFill>
                <a:latin typeface="Microsoft YaHei"/>
                <a:ea typeface="Microsoft YaHei"/>
                <a:cs typeface="Microsoft YaHei"/>
              </a:rPr>
              <a:t>04 / 05</a:t>
            </a:r>
          </a:p>
        </p:txBody>
      </p:sp>
    </p:spTree>
    <p:extLst>
      <p:ext uri="{BB962C8B-B14F-4D97-AF65-F5344CB8AC3E}">
        <p14:creationId xmlns:p14="http://schemas.microsoft.com/office/powerpoint/2010/main" val="157422528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adf95c1aba496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warm-tint">
            <a:extLst xmlns:a="http://schemas.openxmlformats.org/drawingml/2006/main">
              <a:ext uri="{FF2B5EF4-FFF2-40B4-BE49-F238E27FC236}">
                <a16:creationId xmlns:a16="http://schemas.microsoft.com/office/drawing/2014/main" id="{47665B8A-F1A0-4A80-BA27-A65CBA64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9F0">
                  <a:alpha val="12000"/>
                </a:srgbClr>
              </a:gs>
              <a:gs pos="100000">
                <a:srgbClr val="E7DCCB">
                  <a:alpha val="1000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AAEFB5E-E56C-41FA-AAF2-6C08DEB4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7C89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C8998"/>
                </a:solidFill>
                <a:latin typeface="Microsoft YaHei"/>
                <a:ea typeface="Microsoft YaHei"/>
                <a:cs typeface="Microsoft YaHei"/>
              </a:rPr>
              <a:t>NEXT DECISION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61697FF-7D60-46B1-B44A-C45E30D4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6677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0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下一步行动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2CE6CF0-CDCD-4842-852F-208051FD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879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9E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A4598EC-B1DC-4AD2-8CCE-DDF0B0E9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9875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确认试点对象与目标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5F61E227-8C6A-44EA-91F1-B0A209AB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81375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79A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1B64F12-26D7-4014-B2F2-D409338C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879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9E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7D53D7C-650D-4873-9638-E6B09622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48075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确认范围、验收与负责人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436E16E7-8437-4876-B1D2-D961A57C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19575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79A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9AEAC9D-EB15-4E11-BE57-32A55C55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879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9E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5D3CF17-B66C-444C-AFC9-F1A68A54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86275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复盘后决定是否扩大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DE68F83-56B4-418F-BEEA-99D85894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866E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866E58"/>
                </a:solidFill>
                <a:latin typeface="Microsoft YaHei"/>
                <a:ea typeface="Microsoft YaHei"/>
                <a:cs typeface="Microsoft YaHei"/>
              </a:rPr>
              <a:t>先把一轮真实服务跑通，再扩大投入。</a:t>
            </a:r>
          </a:p>
        </p:txBody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D2F99182-BE59-4B78-A678-A35A254E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43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7C89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998"/>
                </a:solidFill>
                <a:latin typeface="Microsoft YaHei"/>
                <a:ea typeface="Microsoft YaHei"/>
                <a:cs typeface="Microsoft YaHei"/>
              </a:rPr>
              <a:t>行动页应说明决定条件和停止条件</a:t>
            </a:r>
          </a:p>
        </p:txBody>
      </p:sp>
      <p:sp>
        <p:nvSpPr>
          <p:cNvPr id="15" name="page">
            <a:extLst xmlns:a="http://schemas.openxmlformats.org/drawingml/2006/main">
              <a:ext uri="{FF2B5EF4-FFF2-40B4-BE49-F238E27FC236}">
                <a16:creationId xmlns:a16="http://schemas.microsoft.com/office/drawing/2014/main" id="{7973618C-A190-48AC-A2B4-D1205AE3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7C89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C8998"/>
                </a:solidFill>
                <a:latin typeface="Microsoft YaHei"/>
                <a:ea typeface="Microsoft YaHei"/>
                <a:cs typeface="Microsoft YaHei"/>
              </a:rPr>
              <a:t>05 / 05</a:t>
            </a:r>
          </a:p>
        </p:txBody>
      </p:sp>
    </p:spTree>
    <p:extLst>
      <p:ext uri="{BB962C8B-B14F-4D97-AF65-F5344CB8AC3E}">
        <p14:creationId xmlns:p14="http://schemas.microsoft.com/office/powerpoint/2010/main" val="12057443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2026-09-12T11:07:12.0750000Z</dcterms:created>
  <dcterms:modified xsi:type="dcterms:W3CDTF">2026-09-12T11:07:12.0750000Z</dcterms:modified>
</coreProperties>
</file>