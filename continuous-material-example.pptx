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2b7f8a950c42e8" /><Relationship Type="http://schemas.openxmlformats.org/officeDocument/2006/relationships/extended-properties" Target="/docProps/app.xml" Id="Rbc91e44ae21946d8" /><Relationship Type="http://schemas.openxmlformats.org/officeDocument/2006/relationships/officeDocument" Target="/ppt/presentation.xml" Id="R868ce49284374e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944e5bfcdf45b1"/>
  </p:sldMasterIdLst>
  <p:notesMasterIdLst>
    <p:notesMasterId xmlns:r="http://schemas.openxmlformats.org/officeDocument/2006/relationships" r:id="Rba96f3472c9a4d79"/>
  </p:notesMasterIdLst>
  <p:sldIdLst>
    <p:sldId xmlns:r="http://schemas.openxmlformats.org/officeDocument/2006/relationships" id="256" r:id="Rf1dda8701db14614"/>
    <p:sldId xmlns:r="http://schemas.openxmlformats.org/officeDocument/2006/relationships" id="257" r:id="R162aa157f23047db"/>
    <p:sldId xmlns:r="http://schemas.openxmlformats.org/officeDocument/2006/relationships" id="258" r:id="Ra3e2afbfe6ee40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3e6df5a6774897" /><Relationship Type="http://schemas.openxmlformats.org/officeDocument/2006/relationships/slideMaster" Target="/ppt/slideMasters/slideMaster1.xml" Id="Rfd944e5bfcdf45b1" /><Relationship Type="http://schemas.openxmlformats.org/officeDocument/2006/relationships/notesMaster" Target="/ppt/notesMasters/notesMaster1.xml" Id="Rba96f3472c9a4d79" /><Relationship Type="http://schemas.openxmlformats.org/officeDocument/2006/relationships/presProps" Target="/ppt/presProps.xml" Id="R94aa9fdd11cc487b" /><Relationship Type="http://schemas.openxmlformats.org/officeDocument/2006/relationships/tableStyles" Target="/ppt/tableStyles.xml" Id="R286eba7389bb49f5" /><Relationship Type="http://schemas.openxmlformats.org/officeDocument/2006/relationships/slide" Target="/ppt/slides/slide1.xml" Id="Rf1dda8701db14614" /><Relationship Type="http://schemas.openxmlformats.org/officeDocument/2006/relationships/slide" Target="/ppt/slides/slide2.xml" Id="R162aa157f23047db" /><Relationship Type="http://schemas.openxmlformats.org/officeDocument/2006/relationships/slide" Target="/ppt/slides/slide3.xml" Id="Ra3e2afbfe6ee40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9fbba648374a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4995ad9a314fd2" /><Relationship Type="http://schemas.openxmlformats.org/officeDocument/2006/relationships/notesMaster" Target="/ppt/notesMasters/notesMaster1.xml" Id="Rd306c04bcc4e4f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11d0d3b3e14af5" /><Relationship Type="http://schemas.openxmlformats.org/officeDocument/2006/relationships/notesMaster" Target="/ppt/notesMasters/notesMaster1.xml" Id="Rcd3f84152dee4a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f906ee4f1f4bfa" /><Relationship Type="http://schemas.openxmlformats.org/officeDocument/2006/relationships/notesMaster" Target="/ppt/notesMasters/notesMaster1.xml" Id="R723875e8889942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讲述逻辑</a:t>
            </a:r>
          </a:p>
          <a:p xmlns:a="http://schemas.openxmlformats.org/drawingml/2006/main">
            <a:r>
              <a:t>示例封面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本文件为公开通用示例，不包含客户项目事实。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</a:t>
            </a:r>
          </a:p>
          <a:p xmlns:a="http://schemas.openxmlformats.org/drawingml/2006/main">
            <a:r>
              <a:t>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本页为通用方法示例，无外部事实主张。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讲述逻辑</a:t>
            </a:r>
          </a:p>
          <a:p xmlns:a="http://schemas.openxmlformats.org/drawingml/2006/main">
            <a:r>
              <a:t>示例关系页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本文件为公开通用示例，不包含客户项目事实。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</a:t>
            </a:r>
          </a:p>
          <a:p xmlns:a="http://schemas.openxmlformats.org/drawingml/2006/main">
            <a:r>
              <a:t>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本页为通用方法示例，无外部事实主张。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讲述逻辑</a:t>
            </a:r>
          </a:p>
          <a:p xmlns:a="http://schemas.openxmlformats.org/drawingml/2006/main">
            <a:r>
              <a:t>示例流程页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</a:t>
            </a:r>
          </a:p>
          <a:p xmlns:a="http://schemas.openxmlformats.org/drawingml/2006/main">
            <a:r>
              <a:t>本文件为公开通用示例，不包含客户项目事实。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</a:t>
            </a:r>
          </a:p>
          <a:p xmlns:a="http://schemas.openxmlformats.org/drawingml/2006/main">
            <a:r>
              <a:t>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本页为通用方法示例，无外部事实主张。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317dcadf146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10157c2454403c" /><Relationship Type="http://schemas.openxmlformats.org/officeDocument/2006/relationships/slideLayout" Target="/ppt/slideLayouts/slideLayout1.xml" Id="R3f4aafcd315645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4aafcd315645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ce8540a9c433e" /><Relationship Type="http://schemas.openxmlformats.org/officeDocument/2006/relationships/image" Target="/ppt/media/image.jpeg" Id="R7a1426c939af47b5" /><Relationship Type="http://schemas.openxmlformats.org/officeDocument/2006/relationships/notesSlide" Target="/ppt/notesSlides/notesSlide1.xml" Id="R9f428c4d0de746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9e3d744e247b5" /><Relationship Type="http://schemas.openxmlformats.org/officeDocument/2006/relationships/image" Target="/ppt/media/image2.jpeg" Id="R7d41d3f111814dc1" /><Relationship Type="http://schemas.openxmlformats.org/officeDocument/2006/relationships/notesSlide" Target="/ppt/notesSlides/notesSlide2.xml" Id="R15523861c87f4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c5fea850f4939" /><Relationship Type="http://schemas.openxmlformats.org/officeDocument/2006/relationships/image" Target="/ppt/media/image3.jpeg" Id="R3ff7a172682445da" /><Relationship Type="http://schemas.openxmlformats.org/officeDocument/2006/relationships/notesSlide" Target="/ppt/notesSlides/notesSlide3.xml" Id="R36c0bc85ff3547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426c939af47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ol-tint">
            <a:extLst xmlns:a="http://schemas.openxmlformats.org/drawingml/2006/main">
              <a:ext uri="{FF2B5EF4-FFF2-40B4-BE49-F238E27FC236}">
                <a16:creationId xmlns:a16="http://schemas.microsoft.com/office/drawing/2014/main" id="{CF09B5BD-5867-4958-8126-9E7878BA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>
                  <a:alpha val="18000"/>
                </a:srgbClr>
              </a:gs>
              <a:gs pos="100000">
                <a:srgbClr val="DDEAF4">
                  <a:alpha val="7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6C9379-9AFA-4CD9-9416-77C08374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ENTERPRISE KNOWLEDGE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DFFFBB-8F83-4CC1-BEF2-27BB88EB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让企业事实更容易被理解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BB4DB40-05B9-4124-8190-B07C86C1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080"/>
                </a:solidFill>
                <a:latin typeface="Microsoft YaHei"/>
                <a:ea typeface="Microsoft YaHei"/>
                <a:cs typeface="Microsoft YaHei"/>
              </a:rPr>
              <a:t>把分散资料整理成可复核、可持续使用的知识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3813A179-2BFD-4DEC-94F5-DBA83267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95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409D1FA7-434A-4F7A-9456-D74D501B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示例内容仅用于展示版式，不代表客户结果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CD8B895C-00B0-4F32-9487-A3063713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6623343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1d3f111814d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ol-tint">
            <a:extLst xmlns:a="http://schemas.openxmlformats.org/drawingml/2006/main">
              <a:ext uri="{FF2B5EF4-FFF2-40B4-BE49-F238E27FC236}">
                <a16:creationId xmlns:a16="http://schemas.microsoft.com/office/drawing/2014/main" id="{A54106F3-EE1F-446F-920F-1E63FD17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>
                  <a:alpha val="18000"/>
                </a:srgbClr>
              </a:gs>
              <a:gs pos="100000">
                <a:srgbClr val="DDEAF4">
                  <a:alpha val="7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C9A8280-5F4D-418E-BBC4-B56A9DA9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INFORMATION ENVIRONMENT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4B6F02-51C2-44CB-B156-40070650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内部知道什么，不等于外部理解什么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2A13158-6E56-47A7-8952-784D227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内部事实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49B1725A-89A9-4483-BF88-DD72BA6A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5693F37-5074-4D28-BC81-2EC48D75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统一知识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4E2C410-BA07-4BD6-8A65-94E8AFE3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A389175-9B41-4FFD-9DD2-F04F5E6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公开表达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7FC46A5-86B1-43EA-9D28-E1585D78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事实、来源、版本和公开范围需要一起管理。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31B9511B-D84D-47D0-B852-4459BE7D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发布、抓取、回答和业务结果属于不同阶段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747E25F5-B059-4179-A3E8-D778B9B4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18700690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7a172682445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ol-tint">
            <a:extLst xmlns:a="http://schemas.openxmlformats.org/drawingml/2006/main">
              <a:ext uri="{FF2B5EF4-FFF2-40B4-BE49-F238E27FC236}">
                <a16:creationId xmlns:a16="http://schemas.microsoft.com/office/drawing/2014/main" id="{21E556AE-44D1-4FA7-9773-10C909DC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>
                  <a:alpha val="18000"/>
                </a:srgbClr>
              </a:gs>
              <a:gs pos="100000">
                <a:srgbClr val="DDEAF4">
                  <a:alpha val="7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AA413FD-0230-4D1C-982F-2F75F9AF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OPERATING LOOP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1BCCFC-2B5B-421C-AF4C-B8B28907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一条可检查的知识工作闭环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F0054D-8A3E-4842-ADAA-5E17D654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2099E5F-E999-41F5-BAC1-3D9A7B69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收集资料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BEFD153-4844-4CAA-B500-655116C5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24250"/>
            <a:ext cx="61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6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1951C7-5668-48BD-B431-7B00EFE1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0B7C721-44EA-4C31-9605-EF65FA0C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识别缺口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E0B1B5F-F790-4756-8888-A6731EB1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61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6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C3B6B61-C399-4442-AB33-E98EC228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05DC880-18C4-4226-83C4-DD285905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集中确认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89481D91-92BA-4349-9C41-4994A632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61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6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170F552-846F-481F-B473-14855C55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6414619-B0E4-4B8B-B0B3-719B88CD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有限发布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5509595-97A8-4B6C-8BA8-7FAD569F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61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6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28E76FC-45C9-42DF-880D-62F68944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9E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92C5720-62CF-432C-9B6E-2566056E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定期复测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81CDA15-35F0-491F-9DBC-B0753B37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866E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66E58"/>
                </a:solidFill>
                <a:latin typeface="Microsoft YaHei"/>
                <a:ea typeface="Microsoft YaHei"/>
                <a:cs typeface="Microsoft YaHei"/>
              </a:rPr>
              <a:t>每一步都有负责人、版本记录和回溯路径。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3A165302-4F40-4C72-9188-B025A004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通用示例无外部事实主张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F6B15ED5-6912-40E3-B9F9-4AD5125E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C8998"/>
                </a:solidFill>
                <a:latin typeface="Microsoft YaHei"/>
                <a:ea typeface="Microsoft YaHei"/>
                <a:cs typeface="Microsoft YaHei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1459803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2026-09-12T11:07:13.7450000Z</dcterms:created>
  <dcterms:modified xsi:type="dcterms:W3CDTF">2026-09-12T11:07:13.7450000Z</dcterms:modified>
</coreProperties>
</file>